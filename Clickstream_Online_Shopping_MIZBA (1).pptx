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1D3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4A1D3F"/>
                </a:solidFill>
                <a:latin typeface="Calibri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868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56.25</c:v>
                </c:pt>
                <c:pt idx="1">
                  <c:v>91.69</c:v>
                </c:pt>
                <c:pt idx="2">
                  <c:v>91.81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B1B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5F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D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5F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206240" cy="4206240"/>
          </a:xfrm>
          <a:prstGeom prst="ellipse">
            <a:avLst/>
          </a:prstGeom>
          <a:solidFill>
            <a:srgbClr val="E8685A">
              <a:alpha val="85000"/>
            </a:srgbClr>
          </a:solidFill>
          <a:ln w="12700">
            <a:solidFill>
              <a:srgbClr val="E8685A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651760"/>
            <a:ext cx="2926080" cy="2926080"/>
          </a:xfrm>
          <a:prstGeom prst="ellipse">
            <a:avLst/>
          </a:prstGeom>
          <a:solidFill>
            <a:srgbClr val="C9A0B8">
              <a:alpha val="50000"/>
            </a:srgbClr>
          </a:solidFill>
          <a:ln w="12700">
            <a:solidFill>
              <a:srgbClr val="C9A0B8">
                <a:alpha val="5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Stream Data For Online Shopping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MIZBA TABASUM G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III BCA 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stores record every click a shopper makes. This is called clickstream data.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those clicks from an online clothing store and builds models that predict whether the price of a viewed product is higher than the average price of its category.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predictions help shops understand customer browsing behaviour and plan pricing and page layout.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column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816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2 (1 = yes, 2 = no)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4005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My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165,474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(clicks)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24,026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sessions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rows / duplicate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411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month,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the click (April to August 2008)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the click within a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ID / 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session number / country of the shopper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 (main category)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category: 1 to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 (clothing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code of the clothing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colour, location, model photography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Colour, photo position on page, photo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price 2,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 / price above category average (target) / page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Understanding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tail(), info(), describe() and columns checked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Size and shape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165,474 rows x 14 columns; 13 numeric, 1 text column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Missing and duplicates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empty rows and 1 duplicate row found; rows with missing values dropped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Correlation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and heatmap show how features relate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Outlier detection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of price, order, page and all numeric columns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Target set up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price 2 renamed to target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rows and 4 unused columns dropped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188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78608" y="1188720"/>
            <a:ext cx="548640" cy="5486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classes in training data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188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42816" y="1188720"/>
            <a:ext cx="548640" cy="5486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4281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keeps best 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1188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07024" y="1188720"/>
            <a:ext cx="548640" cy="5486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0702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transform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Yeo-Johnson reduces skew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1188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571232" y="1188720"/>
            <a:ext cx="548640" cy="548640"/>
          </a:xfrm>
          <a:prstGeom prst="ellipse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standardises values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383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67,756 samples in each class (135,512 training rows).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day, country, page 1 (main category), colour, location, model photography, page.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Split: Size and Shape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4A1D3F"/>
          </a:solidFill>
          <a:ln w="12700">
            <a:solidFill>
              <a:srgbClr val="4A1D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data after cleaning: 165,472 rows x 9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583680" cy="640080"/>
          </a:xfrm>
          <a:prstGeom prst="rect">
            <a:avLst/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80%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1920240"/>
            <a:ext cx="1645920" cy="640080"/>
          </a:xfrm>
          <a:prstGeom prst="rect">
            <a:avLst/>
          </a:prstGeom>
          <a:solidFill>
            <a:srgbClr val="C9A0B8"/>
          </a:solidFill>
          <a:ln w="12700">
            <a:solidFill>
              <a:srgbClr val="C9A0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20%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(132,377, 9)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(33,095, 9)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(132,377,)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(33,095,)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0" y="27889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done with train_test_split using test_size = 0.2, random_state = 40 and stratify = 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 and feature selection: train (135,512, 8), test (33,095, 8).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and 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that estimates the probability of each class.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data using a series of if-else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that vote together on the answer.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predict whether the price is higher than the category average.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0972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predictions that are correct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92224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922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positive predictions out of all predicted positives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487168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4871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</a:t>
            </a:r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positive predictions out of all actual positives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182112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821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</a:t>
            </a:r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and 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877056"/>
            <a:ext cx="4297680" cy="603504"/>
          </a:xfrm>
          <a:prstGeom prst="roundRect">
            <a:avLst>
              <a:gd name="adj" fmla="val 1212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8770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</a:t>
            </a:r>
            <a:pPr indent="0" marL="0">
              <a:buNone/>
            </a:pPr>
            <a:r>
              <a:rPr lang="en-US" sz="13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correct and wrong predictions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of Each Algorithm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0972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56.25%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577840" y="22402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1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91.69%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577840" y="33832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4A1D3F"/>
          </a:solidFill>
          <a:ln w="12700">
            <a:solidFill>
              <a:srgbClr val="4A1D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91.81%  Best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All Metrics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D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6F1F4"/>
          </a:solidFill>
          <a:ln w="12700">
            <a:solidFill>
              <a:srgbClr val="F6F1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scored highest in all four metrics.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is very close, less than 0.2% behind.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far behind at about 56%.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Stream Data For Online Shopping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5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Algorithm and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8685A"/>
          </a:solidFill>
          <a:ln w="12700">
            <a:solidFill>
              <a:srgbClr val="E868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91.81%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1887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gave the best result with 91.81% accuracy.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followed closely with 91.69%.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scored only 56.25%, so it suits this data poorly.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tune the parameters and try Gradient Boosting.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Stream Data For Online Shopping</dc:title>
  <dc:subject>PptxGenJS Presentation</dc:subject>
  <dc:creator>MIZBA TABASUM G</dc:creator>
  <cp:lastModifiedBy>MIZBA TABASUM G</cp:lastModifiedBy>
  <cp:revision>1</cp:revision>
  <dcterms:created xsi:type="dcterms:W3CDTF">2026-10-08T18:01:26Z</dcterms:created>
  <dcterms:modified xsi:type="dcterms:W3CDTF">2026-10-08T18:01:26Z</dcterms:modified>
</cp:coreProperties>
</file>